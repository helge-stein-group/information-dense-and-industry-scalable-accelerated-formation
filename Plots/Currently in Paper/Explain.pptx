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7AFA0-C2EF-ADE3-1474-1D89602EB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13E694-2B37-0649-81BE-107005F71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FE22A4-1830-2BC8-96C1-D2547A4B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CD183E-8D48-DA29-2CDA-6D6B0346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2CCF3E-B41C-D823-1656-A0D046CB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01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E3FCC-A5F5-2450-8EF9-7EBA4A41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E61927-D3E7-6348-6273-DC7A586A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540618-877B-70DC-9564-7152984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51478-CE5A-5D7A-938F-53ABA567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880C1A-AFE6-096A-8C33-E6E91DC8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14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D934C-2431-CB94-0AFC-C8840AE6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A63BA0-350E-CC92-2689-03113EDF7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6E91C1-3977-1737-4A5B-94397606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F30BFC-8029-3C73-0CEC-D31E7E56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9E87AE-DBF5-54EE-C9D1-A41F872D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41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98DDB-5938-B3EB-8D84-4A0879FC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A82576-25E1-8199-031B-734592E16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1BEBBE-9F54-73FD-CA17-3BE0CF020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F125A7-3FDA-B481-8ABA-9360706F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6F5520-042D-B90B-DC4A-93A55DB9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9D1E2D-D077-30F6-876D-D4970437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72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DC54C-3606-226A-A375-B0FE4CDA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6EE013-68C7-8830-10C3-1DA1C6879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2CC74B0-72BC-DF6A-895C-83D78CC00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4ADCD6-15C0-57DD-F1C3-70C373130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275FA6-9713-6332-C375-24F1FD596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975039-61C5-1DBA-C5D4-B2C69CBD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C3C1C4-78AF-CB48-4779-BB7A0762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ADB7C1-3DE0-65C0-3DDB-FE79BDC7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27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36993-87F2-F21C-9966-405C7205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85E03F-FC98-821F-E540-C7F3B08D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F08B13-FF58-27AA-7EED-06C1A1FD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A0747-7E3C-2153-615A-61ADCCBB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76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2B90DB-6119-33D7-9D08-66A094DA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48A0AA-5B4B-E1FB-DA1D-F0A15826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7FC8E3-2EBE-DAA4-DACE-D1E20044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43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068FE-8877-34DA-2D49-A937AC40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52663-A98B-662B-CDAA-38ED30CB1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70F841-69D1-2DB4-6867-14D792EAF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D6FE56-3F29-62BC-FC9F-33E75382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2E1E32-0D93-937A-68F9-C673444D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7AE492-D417-EAE4-9377-CCC9FB4B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96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56CE5-4E8E-60A2-4E8E-E2D49C60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DC2D52-3C31-8692-85D5-B416535FF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39A66A-EB91-A10E-4259-0B4D25DE4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C32982-5819-7FAE-BBF1-7BF1A479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DFD5D8-D38B-A325-90C3-055E5C0F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EFE43E-6D87-3AAA-4D26-900FD878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1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F8342-F496-0304-EA27-36D6C785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921E10-8DAF-D27D-F84C-D671926A9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0A30D6-7FC6-2D86-CF98-DAE28925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6B86D6-D282-2629-2D52-C2ABED80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DC488E-5670-50CE-B0F3-8C055C63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05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A8923C-9604-ED63-3000-3385C4262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BFC160-5817-9F15-92EE-C019D116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AA4251-7033-3F11-9B9B-38A11269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E64C0A-4BE1-DF3D-472F-E3AB676D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2B35B0-4056-2939-0C48-C438179F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02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E08B7A-A0D0-FAB8-466D-67FC9F13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AB7A6F-81C4-AEF9-3037-0D64BF4BD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7103C9-9B84-D160-E427-7E90FED3E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E5E8B-0EEA-4DF0-9731-CD4371AD1B00}" type="datetimeFigureOut">
              <a:rPr lang="de-DE" smtClean="0"/>
              <a:t>19.12.2024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ABB6C6-D907-710E-5B17-1EBA98C3B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944956-D3C1-1BDB-F272-351C3DFEE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80E4A3-23A1-4005-974E-F604714C2B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80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elle 36">
            <a:extLst>
              <a:ext uri="{FF2B5EF4-FFF2-40B4-BE49-F238E27FC236}">
                <a16:creationId xmlns:a16="http://schemas.microsoft.com/office/drawing/2014/main" id="{BE75A76F-705A-DB7F-73A6-0631A20C6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397985"/>
              </p:ext>
            </p:extLst>
          </p:nvPr>
        </p:nvGraphicFramePr>
        <p:xfrm>
          <a:off x="3836" y="0"/>
          <a:ext cx="2390467" cy="6800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986">
                  <a:extLst>
                    <a:ext uri="{9D8B030D-6E8A-4147-A177-3AD203B41FA5}">
                      <a16:colId xmlns:a16="http://schemas.microsoft.com/office/drawing/2014/main" val="84647868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683034847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181584078"/>
                    </a:ext>
                  </a:extLst>
                </a:gridCol>
                <a:gridCol w="791473">
                  <a:extLst>
                    <a:ext uri="{9D8B030D-6E8A-4147-A177-3AD203B41FA5}">
                      <a16:colId xmlns:a16="http://schemas.microsoft.com/office/drawing/2014/main" val="2721838682"/>
                    </a:ext>
                  </a:extLst>
                </a:gridCol>
              </a:tblGrid>
              <a:tr h="576394">
                <a:tc gridSpan="4">
                  <a:txBody>
                    <a:bodyPr/>
                    <a:lstStyle/>
                    <a:p>
                      <a:pPr algn="ctr"/>
                      <a:r>
                        <a:rPr lang="de-DE" sz="1600" u="sng" dirty="0">
                          <a:solidFill>
                            <a:schemeClr val="tx1"/>
                          </a:solidFill>
                        </a:rPr>
                        <a:t>Formation parameter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57026"/>
                  </a:ext>
                </a:extLst>
              </a:tr>
              <a:tr h="341665">
                <a:tc>
                  <a:txBody>
                    <a:bodyPr/>
                    <a:lstStyle/>
                    <a:p>
                      <a:r>
                        <a:rPr lang="de-DE" sz="1600" b="1" dirty="0"/>
                        <a:t>t</a:t>
                      </a:r>
                      <a:r>
                        <a:rPr lang="de-DE" sz="1600" b="1" baseline="-25000" dirty="0"/>
                        <a:t>on</a:t>
                      </a:r>
                      <a:endParaRPr lang="de-DE" sz="16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/>
                        <a:t>t</a:t>
                      </a:r>
                      <a:r>
                        <a:rPr lang="de-DE" sz="1600" b="1" baseline="-25000" dirty="0"/>
                        <a:t>off</a:t>
                      </a:r>
                      <a:endParaRPr lang="de-DE" sz="16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de-DE" sz="1600" b="1" dirty="0"/>
                        <a:t>current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600" b="1"/>
                        <a:t>current</a:t>
                      </a:r>
                      <a:endParaRPr lang="de-DE" sz="16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617355"/>
                  </a:ext>
                </a:extLst>
              </a:tr>
              <a:tr h="310605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de-DE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489022"/>
                  </a:ext>
                </a:extLst>
              </a:tr>
              <a:tr h="557259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const.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C/20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de-DE" sz="1600"/>
                        <a:t>C/20</a:t>
                      </a:r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130521"/>
                  </a:ext>
                </a:extLst>
              </a:tr>
              <a:tr h="341665"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164693"/>
                  </a:ext>
                </a:extLst>
              </a:tr>
              <a:tr h="472616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2,66s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C/5.7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de-DE" sz="1600"/>
                        <a:t>C/5.7</a:t>
                      </a:r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8115"/>
                  </a:ext>
                </a:extLst>
              </a:tr>
              <a:tr h="1061452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1,33s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C/5.7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de-DE" sz="1600"/>
                      </a:br>
                      <a:r>
                        <a:rPr lang="de-DE" sz="1600"/>
                        <a:t>C/5.7</a:t>
                      </a:r>
                    </a:p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235814"/>
                  </a:ext>
                </a:extLst>
              </a:tr>
              <a:tr h="71832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const.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C/8.2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C/8.23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740664">
                <a:tc gridSpan="4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3s                              C/5.7</a:t>
                      </a:r>
                    </a:p>
                    <a:p>
                      <a:pPr algn="l"/>
                      <a:r>
                        <a:rPr lang="de-DE" sz="1600" dirty="0"/>
                        <a:t> 1,33s                          C/20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mpd="sng">
                      <a:noFill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4080"/>
                  </a:ext>
                </a:extLst>
              </a:tr>
              <a:tr h="999015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1,33s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/>
                        <a:t>C/5.7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9263"/>
                  </a:ext>
                </a:extLst>
              </a:tr>
              <a:tr h="68044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1,33s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/>
                        <a:t>C/5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671749"/>
                  </a:ext>
                </a:extLst>
              </a:tr>
            </a:tbl>
          </a:graphicData>
        </a:graphic>
      </p:graphicFrame>
      <p:pic>
        <p:nvPicPr>
          <p:cNvPr id="9" name="Grafik 8" descr="Ein Bild, das Text, Rechteck, Quadrat, Screenshot enthält.&#10;&#10;Automatisch generierte Beschreibung">
            <a:extLst>
              <a:ext uri="{FF2B5EF4-FFF2-40B4-BE49-F238E27FC236}">
                <a16:creationId xmlns:a16="http://schemas.microsoft.com/office/drawing/2014/main" id="{D90DA66B-FA95-C757-0762-B76C40CA7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" t="9162" r="78457" b="69743"/>
          <a:stretch/>
        </p:blipFill>
        <p:spPr>
          <a:xfrm>
            <a:off x="2269210" y="4448621"/>
            <a:ext cx="1692825" cy="713602"/>
          </a:xfrm>
          <a:prstGeom prst="rect">
            <a:avLst/>
          </a:prstGeom>
        </p:spPr>
      </p:pic>
      <p:pic>
        <p:nvPicPr>
          <p:cNvPr id="13" name="Grafik 12" descr="Ein Bild, das Text, Rechteck, Quadrat, Screenshot enthält.&#10;&#10;Automatisch generierte Beschreibung">
            <a:extLst>
              <a:ext uri="{FF2B5EF4-FFF2-40B4-BE49-F238E27FC236}">
                <a16:creationId xmlns:a16="http://schemas.microsoft.com/office/drawing/2014/main" id="{A1D48971-3456-1F94-35B8-8DF9E91FF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0" t="39370" r="29686" b="39986"/>
          <a:stretch/>
        </p:blipFill>
        <p:spPr>
          <a:xfrm>
            <a:off x="2326191" y="1009736"/>
            <a:ext cx="1245884" cy="891363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CFFA9C5-5009-06D9-78D5-4DCCCFD66F46}"/>
              </a:ext>
            </a:extLst>
          </p:cNvPr>
          <p:cNvGrpSpPr/>
          <p:nvPr/>
        </p:nvGrpSpPr>
        <p:grpSpPr>
          <a:xfrm>
            <a:off x="4735659" y="475356"/>
            <a:ext cx="7534800" cy="6382644"/>
            <a:chOff x="4735659" y="475356"/>
            <a:chExt cx="7534800" cy="6382644"/>
          </a:xfrm>
        </p:grpSpPr>
        <p:pic>
          <p:nvPicPr>
            <p:cNvPr id="27" name="Grafik 26" descr="Ein Bild, das Text, Diagramm, Schrift, Reihe enthält.&#10;&#10;Automatisch generierte Beschreibung">
              <a:extLst>
                <a:ext uri="{FF2B5EF4-FFF2-40B4-BE49-F238E27FC236}">
                  <a16:creationId xmlns:a16="http://schemas.microsoft.com/office/drawing/2014/main" id="{AA03831E-3444-0D27-DD21-57E500C66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659" y="475356"/>
              <a:ext cx="7534800" cy="6382644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D236C4E-FEF0-F4A9-D9D6-85450702BCA9}"/>
                </a:ext>
              </a:extLst>
            </p:cNvPr>
            <p:cNvSpPr txBox="1"/>
            <p:nvPr/>
          </p:nvSpPr>
          <p:spPr>
            <a:xfrm>
              <a:off x="5815584" y="2862072"/>
              <a:ext cx="3648456" cy="2404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8180EBCD-D3CD-8287-E795-D7043490B8D8}"/>
                </a:ext>
              </a:extLst>
            </p:cNvPr>
            <p:cNvSpPr/>
            <p:nvPr/>
          </p:nvSpPr>
          <p:spPr>
            <a:xfrm>
              <a:off x="5740146" y="1976438"/>
              <a:ext cx="3724275" cy="881062"/>
            </a:xfrm>
            <a:custGeom>
              <a:avLst/>
              <a:gdLst>
                <a:gd name="connsiteX0" fmla="*/ 0 w 3724275"/>
                <a:gd name="connsiteY0" fmla="*/ 0 h 881062"/>
                <a:gd name="connsiteX1" fmla="*/ 542925 w 3724275"/>
                <a:gd name="connsiteY1" fmla="*/ 600075 h 881062"/>
                <a:gd name="connsiteX2" fmla="*/ 2452688 w 3724275"/>
                <a:gd name="connsiteY2" fmla="*/ 647700 h 881062"/>
                <a:gd name="connsiteX3" fmla="*/ 3724275 w 3724275"/>
                <a:gd name="connsiteY3" fmla="*/ 881062 h 881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4275" h="881062">
                  <a:moveTo>
                    <a:pt x="0" y="0"/>
                  </a:moveTo>
                  <a:cubicBezTo>
                    <a:pt x="67072" y="246062"/>
                    <a:pt x="134144" y="492125"/>
                    <a:pt x="542925" y="600075"/>
                  </a:cubicBezTo>
                  <a:cubicBezTo>
                    <a:pt x="951706" y="708025"/>
                    <a:pt x="1922463" y="600869"/>
                    <a:pt x="2452688" y="647700"/>
                  </a:cubicBezTo>
                  <a:cubicBezTo>
                    <a:pt x="2982913" y="694531"/>
                    <a:pt x="3353594" y="787796"/>
                    <a:pt x="3724275" y="881062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468B2621-ECD7-ED30-D9E4-8ED0DB5C4537}"/>
                </a:ext>
              </a:extLst>
            </p:cNvPr>
            <p:cNvGrpSpPr/>
            <p:nvPr/>
          </p:nvGrpSpPr>
          <p:grpSpPr>
            <a:xfrm>
              <a:off x="6671286" y="3768803"/>
              <a:ext cx="1031537" cy="369332"/>
              <a:chOff x="6464808" y="3919204"/>
              <a:chExt cx="1031537" cy="369332"/>
            </a:xfrm>
          </p:grpSpPr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B3E015FC-1B2A-283C-3578-069C84A35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4808" y="4288536"/>
                <a:ext cx="51206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 Verbindung mit Pfeil 42">
                <a:extLst>
                  <a:ext uri="{FF2B5EF4-FFF2-40B4-BE49-F238E27FC236}">
                    <a16:creationId xmlns:a16="http://schemas.microsoft.com/office/drawing/2014/main" id="{7F347FF8-DC05-9761-61BC-D855F11702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976" y="4288536"/>
                <a:ext cx="24993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8A1305A-0D69-F784-DBA7-9FE0CC9E2A95}"/>
                  </a:ext>
                </a:extLst>
              </p:cNvPr>
              <p:cNvSpPr txBox="1"/>
              <p:nvPr/>
            </p:nvSpPr>
            <p:spPr>
              <a:xfrm>
                <a:off x="6464808" y="3919204"/>
                <a:ext cx="429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800" dirty="0"/>
                  <a:t>t</a:t>
                </a:r>
                <a:r>
                  <a:rPr lang="de-DE" sz="1800" baseline="-25000" dirty="0"/>
                  <a:t>on</a:t>
                </a:r>
                <a:endParaRPr lang="de-DE" sz="1800" dirty="0"/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7552FB37-08B4-395A-E782-505929BA0DB6}"/>
                  </a:ext>
                </a:extLst>
              </p:cNvPr>
              <p:cNvSpPr txBox="1"/>
              <p:nvPr/>
            </p:nvSpPr>
            <p:spPr>
              <a:xfrm>
                <a:off x="6958584" y="3919204"/>
                <a:ext cx="5377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800" dirty="0"/>
                  <a:t>t</a:t>
                </a:r>
                <a:r>
                  <a:rPr lang="de-DE" sz="1800" baseline="-25000" dirty="0"/>
                  <a:t>off</a:t>
                </a:r>
                <a:endParaRPr lang="de-DE" sz="1800" dirty="0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D2A29CCD-299C-912F-A903-A7EB9C047029}"/>
                </a:ext>
              </a:extLst>
            </p:cNvPr>
            <p:cNvGrpSpPr/>
            <p:nvPr/>
          </p:nvGrpSpPr>
          <p:grpSpPr>
            <a:xfrm>
              <a:off x="8538186" y="3768803"/>
              <a:ext cx="1031537" cy="369332"/>
              <a:chOff x="6464808" y="3919204"/>
              <a:chExt cx="1031537" cy="369332"/>
            </a:xfrm>
          </p:grpSpPr>
          <p:cxnSp>
            <p:nvCxnSpPr>
              <p:cNvPr id="29" name="Gerade Verbindung mit Pfeil 28">
                <a:extLst>
                  <a:ext uri="{FF2B5EF4-FFF2-40B4-BE49-F238E27FC236}">
                    <a16:creationId xmlns:a16="http://schemas.microsoft.com/office/drawing/2014/main" id="{39095745-EF86-4B24-E26E-D5157FFDE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64808" y="4288536"/>
                <a:ext cx="51206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 Verbindung mit Pfeil 29">
                <a:extLst>
                  <a:ext uri="{FF2B5EF4-FFF2-40B4-BE49-F238E27FC236}">
                    <a16:creationId xmlns:a16="http://schemas.microsoft.com/office/drawing/2014/main" id="{F7B812A1-44EB-A213-D214-BB766ADF5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976" y="4288536"/>
                <a:ext cx="24993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6D25BFA6-1DAB-CE27-9381-0614A46A3CBA}"/>
                  </a:ext>
                </a:extLst>
              </p:cNvPr>
              <p:cNvSpPr txBox="1"/>
              <p:nvPr/>
            </p:nvSpPr>
            <p:spPr>
              <a:xfrm>
                <a:off x="6464808" y="3919204"/>
                <a:ext cx="429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800"/>
                  <a:t>t</a:t>
                </a:r>
                <a:r>
                  <a:rPr lang="de-DE" sz="1800" baseline="-25000"/>
                  <a:t>on</a:t>
                </a:r>
                <a:endParaRPr lang="de-DE" sz="1800" dirty="0"/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8F0DB4B-D714-4B79-D27E-F98D15E33772}"/>
                  </a:ext>
                </a:extLst>
              </p:cNvPr>
              <p:cNvSpPr txBox="1"/>
              <p:nvPr/>
            </p:nvSpPr>
            <p:spPr>
              <a:xfrm>
                <a:off x="6958584" y="3919204"/>
                <a:ext cx="5377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800"/>
                  <a:t>t</a:t>
                </a:r>
                <a:r>
                  <a:rPr lang="de-DE" sz="1800" baseline="-25000"/>
                  <a:t>off</a:t>
                </a:r>
                <a:endParaRPr lang="de-DE" sz="1800" dirty="0"/>
              </a:p>
            </p:txBody>
          </p:sp>
        </p:grp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8321D7E2-8F46-2E62-4E5A-439DEDE33EAA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>
              <a:off x="5740146" y="1976438"/>
              <a:ext cx="75438" cy="88106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Grafik 33" descr="Ein Bild, das Text, Rechteck, Quadrat, Screenshot enthält.&#10;&#10;Automatisch generierte Beschreibung">
            <a:extLst>
              <a:ext uri="{FF2B5EF4-FFF2-40B4-BE49-F238E27FC236}">
                <a16:creationId xmlns:a16="http://schemas.microsoft.com/office/drawing/2014/main" id="{EAC07F37-FE0B-20BC-6CF1-D8D9F9CB7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69" t="39020" r="53218" b="37912"/>
          <a:stretch/>
        </p:blipFill>
        <p:spPr>
          <a:xfrm>
            <a:off x="2297616" y="2823602"/>
            <a:ext cx="1138539" cy="749373"/>
          </a:xfrm>
          <a:prstGeom prst="rect">
            <a:avLst/>
          </a:prstGeom>
        </p:spPr>
      </p:pic>
      <p:pic>
        <p:nvPicPr>
          <p:cNvPr id="36" name="Grafik 35" descr="Ein Bild, das Text, Rechteck, Quadrat, Screenshot enthält.&#10;&#10;Automatisch generierte Beschreibung">
            <a:extLst>
              <a:ext uri="{FF2B5EF4-FFF2-40B4-BE49-F238E27FC236}">
                <a16:creationId xmlns:a16="http://schemas.microsoft.com/office/drawing/2014/main" id="{4692E9E9-01E5-451E-A3A1-E7A9889DE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4" t="38926" r="82203" b="39978"/>
          <a:stretch/>
        </p:blipFill>
        <p:spPr>
          <a:xfrm>
            <a:off x="2353749" y="5215217"/>
            <a:ext cx="1243034" cy="764340"/>
          </a:xfrm>
          <a:prstGeom prst="rect">
            <a:avLst/>
          </a:prstGeom>
        </p:spPr>
      </p:pic>
      <p:pic>
        <p:nvPicPr>
          <p:cNvPr id="38" name="Grafik 37" descr="Ein Bild, das Text, Rechteck, Quadrat, Screenshot enthält.&#10;&#10;Automatisch generierte Beschreibung">
            <a:extLst>
              <a:ext uri="{FF2B5EF4-FFF2-40B4-BE49-F238E27FC236}">
                <a16:creationId xmlns:a16="http://schemas.microsoft.com/office/drawing/2014/main" id="{D86951E8-867F-0904-538A-A1CA32247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9" t="70561" r="82122" b="9375"/>
          <a:stretch/>
        </p:blipFill>
        <p:spPr>
          <a:xfrm>
            <a:off x="2353913" y="6080575"/>
            <a:ext cx="1160356" cy="695071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15EC0239-E392-3036-33E7-D10EA5BB0448}"/>
              </a:ext>
            </a:extLst>
          </p:cNvPr>
          <p:cNvSpPr/>
          <p:nvPr/>
        </p:nvSpPr>
        <p:spPr>
          <a:xfrm>
            <a:off x="2278566" y="1978722"/>
            <a:ext cx="2185230" cy="23894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BBC8C20-1D1A-A2EE-CCFA-588B4FC3213E}"/>
              </a:ext>
            </a:extLst>
          </p:cNvPr>
          <p:cNvSpPr/>
          <p:nvPr/>
        </p:nvSpPr>
        <p:spPr>
          <a:xfrm>
            <a:off x="2278566" y="4416133"/>
            <a:ext cx="2185230" cy="23972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B5078CA-CFE0-1BD7-02F4-E93455CF4588}"/>
              </a:ext>
            </a:extLst>
          </p:cNvPr>
          <p:cNvCxnSpPr>
            <a:cxnSpLocks/>
          </p:cNvCxnSpPr>
          <p:nvPr/>
        </p:nvCxnSpPr>
        <p:spPr>
          <a:xfrm>
            <a:off x="783494" y="903535"/>
            <a:ext cx="0" cy="5845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782F3D6-A640-AA09-5B76-9A7F41CAA94D}"/>
              </a:ext>
            </a:extLst>
          </p:cNvPr>
          <p:cNvCxnSpPr>
            <a:cxnSpLocks/>
          </p:cNvCxnSpPr>
          <p:nvPr/>
        </p:nvCxnSpPr>
        <p:spPr>
          <a:xfrm>
            <a:off x="1491652" y="903535"/>
            <a:ext cx="0" cy="5845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fik 51" descr="Ein Bild, das Rechteck, Klebezettel, Text, Screenshot enthält.&#10;&#10;Automatisch generierte Beschreibung">
            <a:extLst>
              <a:ext uri="{FF2B5EF4-FFF2-40B4-BE49-F238E27FC236}">
                <a16:creationId xmlns:a16="http://schemas.microsoft.com/office/drawing/2014/main" id="{9A0E77A5-9044-7855-6C25-014C29B16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4" t="8370" r="57802" b="70087"/>
          <a:stretch/>
        </p:blipFill>
        <p:spPr>
          <a:xfrm>
            <a:off x="2353749" y="2013428"/>
            <a:ext cx="1788711" cy="756000"/>
          </a:xfrm>
          <a:prstGeom prst="rect">
            <a:avLst/>
          </a:prstGeom>
        </p:spPr>
      </p:pic>
      <p:pic>
        <p:nvPicPr>
          <p:cNvPr id="6" name="Grafik 5" descr="Ein Bild, das Rechteck, Klebezettel, Farbigkeit, Text enthält.&#10;&#10;Automatisch generierte Beschreibung">
            <a:extLst>
              <a:ext uri="{FF2B5EF4-FFF2-40B4-BE49-F238E27FC236}">
                <a16:creationId xmlns:a16="http://schemas.microsoft.com/office/drawing/2014/main" id="{B31761BA-75CE-AA55-86C7-417B1622C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9" t="70450" r="62223" b="9165"/>
          <a:stretch/>
        </p:blipFill>
        <p:spPr>
          <a:xfrm>
            <a:off x="2353749" y="3548748"/>
            <a:ext cx="892940" cy="781342"/>
          </a:xfrm>
          <a:prstGeom prst="rect">
            <a:avLst/>
          </a:prstGeom>
        </p:spPr>
      </p:pic>
      <p:pic>
        <p:nvPicPr>
          <p:cNvPr id="14" name="Grafik 13" descr="Ein Bild, das Rechteck, Klebezettel, Farbigkeit, Text enthält.&#10;&#10;Automatisch generierte Beschreibung">
            <a:extLst>
              <a:ext uri="{FF2B5EF4-FFF2-40B4-BE49-F238E27FC236}">
                <a16:creationId xmlns:a16="http://schemas.microsoft.com/office/drawing/2014/main" id="{FC713133-1E54-391C-8617-58E85D27B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61" t="39298" r="14125" b="39536"/>
          <a:stretch/>
        </p:blipFill>
        <p:spPr>
          <a:xfrm>
            <a:off x="4070335" y="6055805"/>
            <a:ext cx="1093962" cy="710829"/>
          </a:xfrm>
          <a:prstGeom prst="rect">
            <a:avLst/>
          </a:prstGeom>
        </p:spPr>
      </p:pic>
      <p:pic>
        <p:nvPicPr>
          <p:cNvPr id="16" name="Grafik 15" descr="Ein Bild, das Rechteck, Klebezettel, Farbigkeit, Text enthält.&#10;&#10;Automatisch generierte Beschreibung">
            <a:extLst>
              <a:ext uri="{FF2B5EF4-FFF2-40B4-BE49-F238E27FC236}">
                <a16:creationId xmlns:a16="http://schemas.microsoft.com/office/drawing/2014/main" id="{3C12D160-5775-E0CE-DC27-F55CDC7D1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t="39298" r="26786" b="41281"/>
          <a:stretch/>
        </p:blipFill>
        <p:spPr>
          <a:xfrm>
            <a:off x="4070335" y="3591263"/>
            <a:ext cx="1102235" cy="715057"/>
          </a:xfrm>
          <a:prstGeom prst="rect">
            <a:avLst/>
          </a:prstGeom>
        </p:spPr>
      </p:pic>
      <p:pic>
        <p:nvPicPr>
          <p:cNvPr id="20" name="Grafik 19" descr="Ein Bild, das Rechteck, Klebezettel, Farbigkeit, Text enthält.&#10;&#10;Automatisch generierte Beschreibung">
            <a:extLst>
              <a:ext uri="{FF2B5EF4-FFF2-40B4-BE49-F238E27FC236}">
                <a16:creationId xmlns:a16="http://schemas.microsoft.com/office/drawing/2014/main" id="{AD9DFC1F-130D-F8E7-7A08-3033F1A31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43103" r="625" b="43240"/>
          <a:stretch/>
        </p:blipFill>
        <p:spPr>
          <a:xfrm>
            <a:off x="4070335" y="1437780"/>
            <a:ext cx="1151027" cy="482478"/>
          </a:xfrm>
          <a:prstGeom prst="rect">
            <a:avLst/>
          </a:prstGeom>
        </p:spPr>
      </p:pic>
      <p:pic>
        <p:nvPicPr>
          <p:cNvPr id="4" name="Grafik 3" descr="Ein Bild, das Rechteck, Screenshot, Quadrat, Farbigkeit enthält.&#10;&#10;Automatisch generierte Beschreibung">
            <a:extLst>
              <a:ext uri="{FF2B5EF4-FFF2-40B4-BE49-F238E27FC236}">
                <a16:creationId xmlns:a16="http://schemas.microsoft.com/office/drawing/2014/main" id="{B2C616B8-A6B6-CAF7-7ED1-0473404DA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17" t="41394" r="12831" b="40035"/>
          <a:stretch/>
        </p:blipFill>
        <p:spPr>
          <a:xfrm>
            <a:off x="4044331" y="4898737"/>
            <a:ext cx="1119966" cy="68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0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09F3F46-9501-300E-BF40-2BBE0691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87"/>
            <a:ext cx="12192000" cy="66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316158A-CD21-9E95-58BA-850C428CD5E2}"/>
              </a:ext>
            </a:extLst>
          </p:cNvPr>
          <p:cNvGrpSpPr/>
          <p:nvPr/>
        </p:nvGrpSpPr>
        <p:grpSpPr>
          <a:xfrm>
            <a:off x="813192" y="-28875"/>
            <a:ext cx="8562638" cy="6580800"/>
            <a:chOff x="813192" y="-28875"/>
            <a:chExt cx="8562638" cy="6580800"/>
          </a:xfrm>
        </p:grpSpPr>
        <p:pic>
          <p:nvPicPr>
            <p:cNvPr id="5" name="Grafik 4" descr="Ein Bild, das Text, Diagramm, Plan, parallel enthält.&#10;&#10;Automatisch generierte Beschreibung">
              <a:extLst>
                <a:ext uri="{FF2B5EF4-FFF2-40B4-BE49-F238E27FC236}">
                  <a16:creationId xmlns:a16="http://schemas.microsoft.com/office/drawing/2014/main" id="{ECC63CAC-F87C-C7AD-8D85-FCF632C1E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192" y="-28875"/>
              <a:ext cx="8562638" cy="6580800"/>
            </a:xfrm>
            <a:prstGeom prst="rect">
              <a:avLst/>
            </a:prstGeom>
          </p:spPr>
        </p:pic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3E133607-503F-8300-E9A3-CD5A63A50B90}"/>
                </a:ext>
              </a:extLst>
            </p:cNvPr>
            <p:cNvGrpSpPr/>
            <p:nvPr/>
          </p:nvGrpSpPr>
          <p:grpSpPr>
            <a:xfrm>
              <a:off x="2698567" y="1191477"/>
              <a:ext cx="5588510" cy="3254050"/>
              <a:chOff x="2698567" y="1191477"/>
              <a:chExt cx="5588510" cy="3254050"/>
            </a:xfrm>
          </p:grpSpPr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29F18C9-F1EF-7C4E-5055-0D2C6741CAB6}"/>
                  </a:ext>
                </a:extLst>
              </p:cNvPr>
              <p:cNvSpPr txBox="1"/>
              <p:nvPr/>
            </p:nvSpPr>
            <p:spPr>
              <a:xfrm>
                <a:off x="5062851" y="1200622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on</a:t>
                </a:r>
                <a:endParaRPr lang="de-DE" sz="1200" dirty="0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49863C6D-6594-F903-353E-C11F0E4750E4}"/>
                  </a:ext>
                </a:extLst>
              </p:cNvPr>
              <p:cNvSpPr txBox="1"/>
              <p:nvPr/>
            </p:nvSpPr>
            <p:spPr>
              <a:xfrm>
                <a:off x="5490576" y="1191477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off</a:t>
                </a:r>
                <a:endParaRPr lang="de-DE" sz="1200" dirty="0"/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2E74843A-96AD-ABFE-B8A3-AA19C508F3AB}"/>
                  </a:ext>
                </a:extLst>
              </p:cNvPr>
              <p:cNvSpPr txBox="1"/>
              <p:nvPr/>
            </p:nvSpPr>
            <p:spPr>
              <a:xfrm>
                <a:off x="7739961" y="1200623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on</a:t>
                </a:r>
                <a:endParaRPr lang="de-DE" sz="1200" dirty="0"/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A5E77CA-BB88-D9B3-36C5-3AF8CC2A907B}"/>
                  </a:ext>
                </a:extLst>
              </p:cNvPr>
              <p:cNvSpPr txBox="1"/>
              <p:nvPr/>
            </p:nvSpPr>
            <p:spPr>
              <a:xfrm>
                <a:off x="7936183" y="1200624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off</a:t>
                </a:r>
                <a:endParaRPr lang="de-DE" sz="1200" dirty="0"/>
              </a:p>
            </p:txBody>
          </p: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5B26BA9A-7DBF-5BDB-7AB1-DD9EC7256F3B}"/>
                  </a:ext>
                </a:extLst>
              </p:cNvPr>
              <p:cNvSpPr txBox="1"/>
              <p:nvPr/>
            </p:nvSpPr>
            <p:spPr>
              <a:xfrm>
                <a:off x="2698567" y="4078150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on</a:t>
                </a:r>
                <a:endParaRPr lang="de-DE" sz="1200" dirty="0"/>
              </a:p>
            </p:txBody>
          </p:sp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84D62D6B-F454-DA33-CE5F-8A3354B96C53}"/>
                  </a:ext>
                </a:extLst>
              </p:cNvPr>
              <p:cNvSpPr txBox="1"/>
              <p:nvPr/>
            </p:nvSpPr>
            <p:spPr>
              <a:xfrm>
                <a:off x="2932113" y="4078151"/>
                <a:ext cx="350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off</a:t>
                </a:r>
                <a:endParaRPr lang="de-DE" sz="1200" dirty="0"/>
              </a:p>
            </p:txBody>
          </p: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3473897A-38D9-387E-7947-7E5EB9DED576}"/>
                  </a:ext>
                </a:extLst>
              </p:cNvPr>
              <p:cNvSpPr txBox="1"/>
              <p:nvPr/>
            </p:nvSpPr>
            <p:spPr>
              <a:xfrm>
                <a:off x="4898877" y="4168528"/>
                <a:ext cx="4297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on</a:t>
                </a:r>
                <a:endParaRPr lang="de-DE" sz="1200" dirty="0"/>
              </a:p>
            </p:txBody>
          </p: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A4ADA3E-9E5C-2BB4-EC78-9413C2833B0A}"/>
                  </a:ext>
                </a:extLst>
              </p:cNvPr>
              <p:cNvSpPr txBox="1"/>
              <p:nvPr/>
            </p:nvSpPr>
            <p:spPr>
              <a:xfrm>
                <a:off x="5113761" y="4168526"/>
                <a:ext cx="5005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CC20</a:t>
                </a:r>
                <a:endParaRPr lang="de-DE" sz="1200" dirty="0"/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4EDECFD6-60A0-CA6C-654E-C60A05AB7C0D}"/>
                  </a:ext>
                </a:extLst>
              </p:cNvPr>
              <p:cNvSpPr txBox="1"/>
              <p:nvPr/>
            </p:nvSpPr>
            <p:spPr>
              <a:xfrm>
                <a:off x="7463713" y="4168526"/>
                <a:ext cx="4297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on</a:t>
                </a:r>
                <a:endParaRPr lang="de-DE" sz="1200" dirty="0"/>
              </a:p>
            </p:txBody>
          </p:sp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E264BC85-DBAC-7FDF-F4DA-4BF7301AA6E6}"/>
                  </a:ext>
                </a:extLst>
              </p:cNvPr>
              <p:cNvSpPr txBox="1"/>
              <p:nvPr/>
            </p:nvSpPr>
            <p:spPr>
              <a:xfrm>
                <a:off x="7706028" y="4168527"/>
                <a:ext cx="42976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t</a:t>
                </a:r>
                <a:r>
                  <a:rPr lang="de-DE" sz="1200" baseline="-25000" dirty="0"/>
                  <a:t>off</a:t>
                </a:r>
                <a:endParaRPr lang="de-DE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232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Breitbild</PresentationFormat>
  <Paragraphs>38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Merker</dc:creator>
  <cp:lastModifiedBy>Leon Merker</cp:lastModifiedBy>
  <cp:revision>33</cp:revision>
  <dcterms:created xsi:type="dcterms:W3CDTF">2024-09-17T05:34:04Z</dcterms:created>
  <dcterms:modified xsi:type="dcterms:W3CDTF">2024-12-19T14:16:55Z</dcterms:modified>
</cp:coreProperties>
</file>