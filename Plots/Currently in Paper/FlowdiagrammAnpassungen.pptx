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DD64C-A70A-F150-2C78-8BDE6F0F0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C301FF-ED31-20BC-F75C-723FA37B8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F76077-0A1D-B44F-DCA0-57E8777A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BF157C-9A39-432B-EB6C-4AA36E7F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9F3A2-BA4A-90AF-9C8A-C3EB3991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04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C0D78-DEEE-EE0D-57F5-F196655B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577B14-791B-166E-274C-C8B75ADAD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05D2A9-293E-8A63-BDB7-CD165811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1ACD74-8A74-422C-6247-ADA5AFFC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B91414-7EB0-94F8-F7A4-007D47B4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844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02AC1C-8821-2E9C-6555-C3F795A9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E5EBA9-3CCE-370B-DA77-FC76AC85E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9DB11A-2786-5C00-4633-45EBFDE8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DCD335-0453-C216-2CC1-3A4B3E2E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BDFBF4-EA08-EC0B-58E3-C453D8BF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91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23CF6-8115-713D-99F9-F1E71C94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0EEF3D-1AF6-6053-B088-AD41D03F0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70E4D4-874D-7922-27FE-457F53933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1A8778-4EF0-09C9-44C2-93ADCD2E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2A3A11-EC57-6048-E0AA-63AD047B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0AD676-983D-8D01-AD2D-8D41CB5B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667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6C127F-2886-C011-C9B5-0437F15B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15F2CC-2370-7769-ABDD-39ABE0340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905BF1-036E-B803-EEE6-E55354EE9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449F8A-840D-B5CA-404E-C04F9DEC0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F1A0F5B-0B7A-659A-AD2F-0B3CF986D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4D6122-3175-85A5-9E9A-ADC85A97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391467-A1E7-2E07-5D72-6B1F365C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E67C1C-F48C-955F-F4C2-279A7AB2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68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11E49-F190-61F1-5B82-D986A53F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91070F-ABDB-8B08-E702-E49E20CE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130BC6-BD1B-0B10-6134-5A4552EE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3A2EBF-482C-24EE-CD7B-B8FFFE6C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600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B701DF-94FC-2820-290B-460D7D38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7F301C-6877-38CD-174A-1D1CDB98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8A13A9-AC1D-3666-9B3C-74F13716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60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9531A2-60F4-5AC2-7B7B-CBD39B81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F07C42-F9CF-3E6C-FF6F-01B00C10A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0F8A8A-0C07-918F-769B-6A8F88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FCF907-C5E9-E1C8-6C7E-2D84EA73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BCC02A-0BE6-1C6A-2D58-2E746E1B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B3363B-4333-AA0E-471D-1FE43DB6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755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F923E-845D-A4E6-5F73-3E131C48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E5F5ED-63BF-CD36-71F0-8EF621F1E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E077E6-0C91-1BBA-9C36-F1A4BDEF9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F47C77-16C0-A175-1AAB-01035336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5803E7-6B77-85A0-9936-B2B693A5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7C50C4-4C1F-60AA-5F97-D9489BDE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27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7403A-2C87-D9DD-B023-8E1684BA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754311-AC53-04AB-C98D-CDCBA50CB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4AD6FB-2222-7ED3-2187-F50CA23F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55936D-6234-6394-8E37-42C4F723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04B9BD-1287-ABA0-26EC-05FBA79A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73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51681F-9D84-741E-99FC-1FB2FBFE1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F29AD8-DE3E-B445-577A-4502377B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A04BDE-8DBA-2B69-6B48-10CD117F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A3F71B-26DD-E85A-B003-7352C2D4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74C3A-7F5E-071D-40D4-4C002773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01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330323-674D-712A-774F-095E061B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730EFB-DFC5-36E2-1EA7-768F46A7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7844CF-253B-1EFA-1A19-A8D9EC58A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13E11-B5C8-46A9-854D-FFDF48AFBDD0}" type="datetimeFigureOut">
              <a:rPr lang="de-DE" smtClean="0"/>
              <a:t>16.09.2024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102139-B818-3E71-4582-78688D2B5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FC7D30-E09B-01A2-B8CA-5FA8BC8D8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CD4AB-39C9-4919-BE44-961A1CE55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87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EBE5562-9343-E3CB-6C53-3F7DCE7E7731}"/>
              </a:ext>
            </a:extLst>
          </p:cNvPr>
          <p:cNvGrpSpPr/>
          <p:nvPr/>
        </p:nvGrpSpPr>
        <p:grpSpPr>
          <a:xfrm>
            <a:off x="1282614" y="540048"/>
            <a:ext cx="7657989" cy="6066337"/>
            <a:chOff x="1282614" y="540048"/>
            <a:chExt cx="7657989" cy="6066337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30E7888-7440-0BDC-F671-A4E077FFB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2614" y="912750"/>
              <a:ext cx="7657989" cy="5693635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CC70A0E-FB04-5185-7F1C-03C05BCC2B8C}"/>
                </a:ext>
              </a:extLst>
            </p:cNvPr>
            <p:cNvSpPr txBox="1"/>
            <p:nvPr/>
          </p:nvSpPr>
          <p:spPr>
            <a:xfrm>
              <a:off x="1331710" y="540048"/>
              <a:ext cx="2927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Formation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1691637-19EC-F8E9-4F52-8184292312EA}"/>
                </a:ext>
              </a:extLst>
            </p:cNvPr>
            <p:cNvSpPr txBox="1"/>
            <p:nvPr/>
          </p:nvSpPr>
          <p:spPr>
            <a:xfrm>
              <a:off x="5391977" y="624581"/>
              <a:ext cx="1421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EOL-Test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49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F44F00DB-73AA-4A29-B7F9-81A17CDDACB5}"/>
              </a:ext>
            </a:extLst>
          </p:cNvPr>
          <p:cNvGrpSpPr/>
          <p:nvPr/>
        </p:nvGrpSpPr>
        <p:grpSpPr>
          <a:xfrm>
            <a:off x="1421751" y="0"/>
            <a:ext cx="10117679" cy="6858000"/>
            <a:chOff x="1421751" y="0"/>
            <a:chExt cx="10117679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44E61268-801B-3E6C-D2CE-B96C218A7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1751" y="0"/>
              <a:ext cx="9348498" cy="6858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281E76F7-CB00-A9E0-DA7E-66B2ED9147F5}"/>
                </a:ext>
              </a:extLst>
            </p:cNvPr>
            <p:cNvSpPr txBox="1"/>
            <p:nvPr/>
          </p:nvSpPr>
          <p:spPr>
            <a:xfrm>
              <a:off x="8612123" y="1842074"/>
              <a:ext cx="2927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Formation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9B7A435B-B648-3F53-AC80-93B22627F6CF}"/>
                </a:ext>
              </a:extLst>
            </p:cNvPr>
            <p:cNvSpPr txBox="1"/>
            <p:nvPr/>
          </p:nvSpPr>
          <p:spPr>
            <a:xfrm>
              <a:off x="7727673" y="4590294"/>
              <a:ext cx="1421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EOL-Test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813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9402D0F-C246-34DD-4E8D-435051E8A475}"/>
              </a:ext>
            </a:extLst>
          </p:cNvPr>
          <p:cNvGrpSpPr/>
          <p:nvPr/>
        </p:nvGrpSpPr>
        <p:grpSpPr>
          <a:xfrm>
            <a:off x="1446508" y="0"/>
            <a:ext cx="10092922" cy="6858000"/>
            <a:chOff x="1446508" y="0"/>
            <a:chExt cx="10092922" cy="6858000"/>
          </a:xfrm>
        </p:grpSpPr>
        <p:pic>
          <p:nvPicPr>
            <p:cNvPr id="5" name="Grafik 4" descr="Ein Bild, das Text, Diagramm, Screenshot, Reihe enthält.&#10;&#10;Automatisch generierte Beschreibung">
              <a:extLst>
                <a:ext uri="{FF2B5EF4-FFF2-40B4-BE49-F238E27FC236}">
                  <a16:creationId xmlns:a16="http://schemas.microsoft.com/office/drawing/2014/main" id="{F50EAE36-1B4E-EFBA-45C9-54D3437B0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6508" y="0"/>
              <a:ext cx="9298983" cy="6858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CCE1659-1EAD-49DB-EB05-797D6B10DD7F}"/>
                </a:ext>
              </a:extLst>
            </p:cNvPr>
            <p:cNvSpPr txBox="1"/>
            <p:nvPr/>
          </p:nvSpPr>
          <p:spPr>
            <a:xfrm>
              <a:off x="7727673" y="4590294"/>
              <a:ext cx="1421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EOL-Test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A38143C2-582A-CB89-CFC1-7AAD68518D8D}"/>
                </a:ext>
              </a:extLst>
            </p:cNvPr>
            <p:cNvSpPr txBox="1"/>
            <p:nvPr/>
          </p:nvSpPr>
          <p:spPr>
            <a:xfrm>
              <a:off x="8612123" y="1842074"/>
              <a:ext cx="2927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Formation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376461AB-7A00-2938-AF15-96017C383C75}"/>
                </a:ext>
              </a:extLst>
            </p:cNvPr>
            <p:cNvSpPr txBox="1"/>
            <p:nvPr/>
          </p:nvSpPr>
          <p:spPr>
            <a:xfrm>
              <a:off x="5892652" y="5974335"/>
              <a:ext cx="1421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Longterm Cycling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21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750B57C-542D-690E-79EA-A925403C1FF6}"/>
              </a:ext>
            </a:extLst>
          </p:cNvPr>
          <p:cNvGrpSpPr/>
          <p:nvPr/>
        </p:nvGrpSpPr>
        <p:grpSpPr>
          <a:xfrm>
            <a:off x="1446508" y="0"/>
            <a:ext cx="10092922" cy="6858000"/>
            <a:chOff x="1446508" y="0"/>
            <a:chExt cx="10092922" cy="6858000"/>
          </a:xfrm>
        </p:grpSpPr>
        <p:pic>
          <p:nvPicPr>
            <p:cNvPr id="7" name="Grafik 6" descr="Ein Bild, das Text, Screenshot, Diagramm, Reihe enthält.&#10;&#10;Automatisch generierte Beschreibung">
              <a:extLst>
                <a:ext uri="{FF2B5EF4-FFF2-40B4-BE49-F238E27FC236}">
                  <a16:creationId xmlns:a16="http://schemas.microsoft.com/office/drawing/2014/main" id="{49A0F92E-503D-F48F-1864-C3F163912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6508" y="0"/>
              <a:ext cx="9298983" cy="6858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CCE1659-1EAD-49DB-EB05-797D6B10DD7F}"/>
                </a:ext>
              </a:extLst>
            </p:cNvPr>
            <p:cNvSpPr txBox="1"/>
            <p:nvPr/>
          </p:nvSpPr>
          <p:spPr>
            <a:xfrm>
              <a:off x="7727673" y="4590294"/>
              <a:ext cx="1421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EOL-Test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A38143C2-582A-CB89-CFC1-7AAD68518D8D}"/>
                </a:ext>
              </a:extLst>
            </p:cNvPr>
            <p:cNvSpPr txBox="1"/>
            <p:nvPr/>
          </p:nvSpPr>
          <p:spPr>
            <a:xfrm>
              <a:off x="8612123" y="1842074"/>
              <a:ext cx="2927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Formation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376461AB-7A00-2938-AF15-96017C383C75}"/>
                </a:ext>
              </a:extLst>
            </p:cNvPr>
            <p:cNvSpPr txBox="1"/>
            <p:nvPr/>
          </p:nvSpPr>
          <p:spPr>
            <a:xfrm>
              <a:off x="5892652" y="5974335"/>
              <a:ext cx="1421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Longterm Cycling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91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10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Merker</dc:creator>
  <cp:lastModifiedBy>Leon Merker</cp:lastModifiedBy>
  <cp:revision>6</cp:revision>
  <dcterms:created xsi:type="dcterms:W3CDTF">2024-08-28T04:49:09Z</dcterms:created>
  <dcterms:modified xsi:type="dcterms:W3CDTF">2024-09-16T06:45:58Z</dcterms:modified>
</cp:coreProperties>
</file>